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Gestión Universitaria (SGU)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INSPT – Laboratorio I (2025)</a:t>
            </a:r>
          </a:p>
          <a:p>
            <a:r>
              <a:t>Comisión 1.605</a:t>
            </a:r>
          </a:p>
          <a:p/>
          <a:p>
            <a:r>
              <a:t>Autores: Demian Tomas Torillo y Federico Zerbino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/ necesidad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 gestión académica manual genera errores y pérdida de datos.</a:t>
            </a:r>
          </a:p>
          <a:p>
            <a:r>
              <a:t>• Sistemas como SIU Guaraní resultan demasiado complejos para contextos pequeños.</a:t>
            </a:r>
          </a:p>
          <a:p>
            <a:r>
              <a:t>• Se requiere una alternativa liviana, didáctica y clara en PSeInt.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general y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 general:</a:t>
            </a:r>
          </a:p>
          <a:p>
            <a:r>
              <a:t>• Desarrollar un sistema académico simplificado que gestione usuarios, materias, inscripciones y notas.</a:t>
            </a:r>
          </a:p>
          <a:p/>
          <a:p>
            <a:r>
              <a:t>Objetivos específicos:</a:t>
            </a:r>
          </a:p>
          <a:p>
            <a:r>
              <a:t>• Autenticación con roles y bloqueo por intentos fallidos.</a:t>
            </a:r>
          </a:p>
          <a:p>
            <a:r>
              <a:t>• ABM de materias, alumnos y profesores.</a:t>
            </a:r>
          </a:p>
          <a:p>
            <a:r>
              <a:t>• Asignación de profesores y gestión de cupos.</a:t>
            </a:r>
          </a:p>
          <a:p>
            <a:r>
              <a:t>• Inscripciones, notas y cambio de contraseña forzado.</a:t>
            </a:r>
          </a:p>
          <a:p>
            <a:r>
              <a:t>• Estadísticas generales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y 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Lenguaje: PSeInt (pseudocódigo educativo).</a:t>
            </a:r>
          </a:p>
          <a:p>
            <a:r>
              <a:t>• Estructura: arreglos 1D y 2D, mapas de relación.</a:t>
            </a:r>
          </a:p>
          <a:p>
            <a:r>
              <a:t>• Módulos principales: Login, Administrador, Profesor, Alumno.</a:t>
            </a:r>
          </a:p>
          <a:p>
            <a:r>
              <a:t>• Subprocesos utilitarios: CambiarPassword, BuscarIdUsuario, Eliminaciones en cascada.</a:t>
            </a:r>
          </a:p>
          <a:p>
            <a:r>
              <a:t>• Validaciones de rango, duplicados y confirmaciones (S/N).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y flujo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Modelado de datos y carga inicial de usuarios base.</a:t>
            </a:r>
          </a:p>
          <a:p>
            <a:r>
              <a:t>2. Login con intentos fallidos y cambio obligatorio de contraseña.</a:t>
            </a:r>
          </a:p>
          <a:p>
            <a:r>
              <a:t>3. Menú Administrador: creación, edición, estadísticas.</a:t>
            </a:r>
          </a:p>
          <a:p>
            <a:r>
              <a:t>4. Menú Profesor: carga y consulta de notas.</a:t>
            </a:r>
          </a:p>
          <a:p>
            <a:r>
              <a:t>5. Menú Alumno: inscripción, desinscripción y consulta de promedios.</a:t>
            </a:r>
          </a:p>
          <a:p>
            <a:r>
              <a:t>6. Depuración de errores y sincronización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y demostración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Cada rol accede solo a sus funciones.</a:t>
            </a:r>
          </a:p>
          <a:p>
            <a:r>
              <a:t>• Alumnos respetan cupos y evitan duplicados.</a:t>
            </a:r>
          </a:p>
          <a:p>
            <a:r>
              <a:t>• Profesores cargan notas (0–10) y ven promedios.</a:t>
            </a:r>
          </a:p>
          <a:p>
            <a:r>
              <a:t>• Administrador puede crear, eliminar y ver estadísticas.</a:t>
            </a:r>
          </a:p>
          <a:p>
            <a:r>
              <a:t>• Sistema mantiene consistencia tras eliminaciones.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Aprendizajes: modularización, manejo de arreglos 2D, validaciones.</a:t>
            </a:r>
          </a:p>
          <a:p>
            <a:r>
              <a:t>• Dificultades: control de índices y sincronización alumno–usuario.</a:t>
            </a:r>
          </a:p>
          <a:p>
            <a:r>
              <a:t>• Logros: sistema funcional, seguro y educativo.</a:t>
            </a:r>
          </a:p>
          <a:p>
            <a:r>
              <a:t>• Valor: replica en PSeInt conceptos de sistemas reales como SIU Guaraní.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 y fuentes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Implementar persistencia a archivos.</a:t>
            </a:r>
          </a:p>
          <a:p>
            <a:r>
              <a:t>• Generar reportes y listados.</a:t>
            </a:r>
          </a:p>
          <a:p>
            <a:r>
              <a:t>• Mejorar seguridad de contraseñas.</a:t>
            </a:r>
          </a:p>
          <a:p>
            <a:r>
              <a:t>• Optimizar memoria con estructuras dinámicas.</a:t>
            </a:r>
          </a:p>
          <a:p/>
          <a:p>
            <a:r>
              <a:t>Fuentes:</a:t>
            </a:r>
          </a:p>
          <a:p>
            <a:r>
              <a:t>• Apuntes de cátedra – Laboratorio I (INSPT).</a:t>
            </a:r>
          </a:p>
          <a:p>
            <a:r>
              <a:t>• Documentación de PSeInt.</a:t>
            </a:r>
          </a:p>
          <a:p>
            <a:r>
              <a:t>• Análisis del sistema SIU Guaraní.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