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376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Sistema de Gestión Universitaria (SGU)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DCE6FF"/>
                </a:solidFill>
              </a:defRPr>
            </a:pPr>
            <a:r>
              <a:t>INSPT – Laboratorio I (2025)</a:t>
            </a:r>
            <a:br/>
            <a:r>
              <a:t>Comisión 1.605</a:t>
            </a:r>
            <a:br/>
            <a:br/>
            <a:r>
              <a:t>Demian Tomas Torillo · Federico Zerbino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000">
                <a:solidFill>
                  <a:srgbClr val="19376D"/>
                </a:solidFill>
              </a:defRPr>
            </a:pPr>
            <a:r>
              <a:t>Problema / necesidad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282828"/>
                </a:solidFill>
              </a:defRPr>
            </a:pPr>
            <a:r>
              <a:t>• Gestión académica manual con errores y duplicación de tareas.</a:t>
            </a:r>
            <a:br/>
            <a:r>
              <a:t>• Sistemas complejos como SIU Guaraní no se adaptan a entornos pequeños.</a:t>
            </a:r>
            <a:br/>
            <a:r>
              <a:t>• Se propone una alternativa simple, clara y funcional en PSeInt.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000">
                <a:solidFill>
                  <a:srgbClr val="19376D"/>
                </a:solidFill>
              </a:defRPr>
            </a:pPr>
            <a:r>
              <a:t>Objetivo general y específicos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282828"/>
                </a:solidFill>
              </a:defRPr>
            </a:pPr>
            <a:r>
              <a:t>General:</a:t>
            </a:r>
            <a:br/>
            <a:r>
              <a:t>• Desarrollar un sistema académico simplificado en PSeInt.</a:t>
            </a:r>
            <a:br/>
            <a:br/>
            <a:r>
              <a:t>Específicos:</a:t>
            </a:r>
            <a:br/>
            <a:r>
              <a:t>• Autenticación con roles y bloqueo por intentos.</a:t>
            </a:r>
            <a:br/>
            <a:r>
              <a:t>• ABM de materias, alumnos y profesores.</a:t>
            </a:r>
            <a:br/>
            <a:r>
              <a:t>• Asignar profesores, controlar cupos.</a:t>
            </a:r>
            <a:br/>
            <a:r>
              <a:t>• Inscripciones, notas y cambio de contraseña.</a:t>
            </a:r>
            <a:br/>
            <a:r>
              <a:t>• Estadísticas de uso.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000">
                <a:solidFill>
                  <a:srgbClr val="19376D"/>
                </a:solidFill>
              </a:defRPr>
            </a:pPr>
            <a:r>
              <a:t>Diseño y tecnologías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282828"/>
                </a:solidFill>
              </a:defRPr>
            </a:pPr>
            <a:r>
              <a:t>• Lenguaje: PSeInt (pseudocódigo educativo).</a:t>
            </a:r>
            <a:br/>
            <a:r>
              <a:t>• Estructuras: arreglos 1D/2D, mapas alumno–usuario y profesor–usuario.</a:t>
            </a:r>
            <a:br/>
            <a:r>
              <a:t>• Módulos: Login, Admin, Profesor, Alumno.</a:t>
            </a:r>
            <a:br/>
            <a:r>
              <a:t>• Validaciones: duplicados, rangos, confirmaciones.</a:t>
            </a:r>
            <a:br/>
            <a:r>
              <a:t>• Diseño modular y mantenimiento sencillo.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000">
                <a:solidFill>
                  <a:srgbClr val="19376D"/>
                </a:solidFill>
              </a:defRPr>
            </a:pPr>
            <a:r>
              <a:t>Desarrollo y flujo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282828"/>
                </a:solidFill>
              </a:defRPr>
            </a:pPr>
            <a:r>
              <a:t>1. Modelado de datos y carga inicial.</a:t>
            </a:r>
            <a:br/>
            <a:r>
              <a:t>2. Login con bloqueo y cambio obligatorio de clave.</a:t>
            </a:r>
            <a:br/>
            <a:r>
              <a:t>3. Menú Admin: creación, edición, estadísticas.</a:t>
            </a:r>
            <a:br/>
            <a:r>
              <a:t>4. Menú Profesor: carga y promedio de notas.</a:t>
            </a:r>
            <a:br/>
            <a:r>
              <a:t>5. Menú Alumno: inscripción y desinscripción.</a:t>
            </a:r>
            <a:br/>
            <a:r>
              <a:t>6. Depuración de errores de índice y sincronización.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000">
                <a:solidFill>
                  <a:srgbClr val="19376D"/>
                </a:solidFill>
              </a:defRPr>
            </a:pPr>
            <a:r>
              <a:t>Resultados y demostración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282828"/>
                </a:solidFill>
              </a:defRPr>
            </a:pPr>
            <a:r>
              <a:t>• Roles diferenciados: acceso limitado según perfil.</a:t>
            </a:r>
            <a:br/>
            <a:r>
              <a:t>• Cupos respetados y sin inscripciones duplicadas.</a:t>
            </a:r>
            <a:br/>
            <a:r>
              <a:t>• Promedios automáticos y notas validadas.</a:t>
            </a:r>
            <a:br/>
            <a:r>
              <a:t>• Eliminaciones seguras y consistentes.</a:t>
            </a:r>
            <a:br/>
            <a:r>
              <a:t>• Estadísticas dinámicas de materias y alumnos.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000">
                <a:solidFill>
                  <a:srgbClr val="19376D"/>
                </a:solidFill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282828"/>
                </a:solidFill>
              </a:defRPr>
            </a:pPr>
            <a:r>
              <a:t>• Aprendizajes: modularidad, arreglos 2D, control de flujo.</a:t>
            </a:r>
            <a:br/>
            <a:r>
              <a:t>• Desafíos: sincronización de datos y validaciones.</a:t>
            </a:r>
            <a:br/>
            <a:r>
              <a:t>• Logros: sistema completo, seguro y educativo.</a:t>
            </a:r>
            <a:br/>
            <a:r>
              <a:t>• Valor: replica en PSeInt los principios del SIU Guaraní.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000">
                <a:solidFill>
                  <a:srgbClr val="19376D"/>
                </a:solidFill>
              </a:defRPr>
            </a:pPr>
            <a:r>
              <a:t>Próximos pasos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282828"/>
                </a:solidFill>
              </a:defRPr>
            </a:pPr>
            <a:r>
              <a:t>• Implementar guardado en archivos.</a:t>
            </a:r>
            <a:br/>
            <a:r>
              <a:t>• Reportes y listados.</a:t>
            </a:r>
            <a:br/>
            <a:r>
              <a:t>• Contraseñas seguras y auditoría.</a:t>
            </a:r>
            <a:br/>
            <a:r>
              <a:t>• Uso de estructuras dinámicas.</a:t>
            </a:r>
            <a:br/>
            <a:br/>
            <a:r>
              <a:t>Fuentes:</a:t>
            </a:r>
            <a:br/>
            <a:r>
              <a:t>• Apuntes de Laboratorio I (INSPT).</a:t>
            </a:r>
            <a:br/>
            <a:r>
              <a:t>• Documentación de PSeInt.</a:t>
            </a:r>
            <a:br/>
            <a:r>
              <a:t>• Análisis de SIU Guaraní.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